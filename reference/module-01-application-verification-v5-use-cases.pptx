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E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A98D"/>
                </a:solidFill>
                <a:latin typeface="Calibri"/>
              </a:rPr>
              <a:t>MODULE 1 ·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Application Verification — Use-Case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5DAD2"/>
                </a:solidFill>
                <a:latin typeface="Calibri"/>
              </a:rPr>
              <a:t>INSTRUCTOR EDITION companion — one specification + one sequence/data slide per 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9A1"/>
                </a:solidFill>
                <a:latin typeface="Calibri"/>
              </a:rPr>
              <a:t>Customer Digital Journey · neo-capstone · Module 1 of 10 · requirements v5 · use-case details ·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Use-case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two slides per use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0292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371600"/>
            <a:ext cx="310896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371600"/>
            <a:ext cx="246888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primary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371600"/>
            <a:ext cx="219456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build shape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1371600"/>
            <a:ext cx="274320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track · prerequisite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00784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1700784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Process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700784"/>
            <a:ext cx="2468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— feeds every screen (row visible on the board)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170078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API→DB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700784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B · none (foundation)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084832"/>
            <a:ext cx="50292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084832"/>
            <a:ext cx="310896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Search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084832"/>
            <a:ext cx="246888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Verification 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084832"/>
            <a:ext cx="219456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DB→API→FE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2084832"/>
            <a:ext cx="274320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A · after 00 — the rows it lists come from intake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68879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2468879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Review Case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468879"/>
            <a:ext cx="2468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Case Detail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2468879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API+FE (engine: DB)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2468879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B · after 00 + 06 — the engine decides against ProductConfig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852927"/>
            <a:ext cx="50292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2852927"/>
            <a:ext cx="310896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View Applicant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2852927"/>
            <a:ext cx="246888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Case Detail sidebar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2852927"/>
            <a:ext cx="219456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API+FE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2852927"/>
            <a:ext cx="274320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D · screen shell from 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36975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3236975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View Failure Patterns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236975"/>
            <a:ext cx="2468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Failure 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3236975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API+FE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3236975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A · after 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621022"/>
            <a:ext cx="50292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" y="3621022"/>
            <a:ext cx="310896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Override Case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3621022"/>
            <a:ext cx="246888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Override modal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3621022"/>
            <a:ext cx="219456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DB-write→API→FE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3960" y="3621022"/>
            <a:ext cx="274320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B · after 02 is wired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005070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" y="4005070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Create Product Version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4005070"/>
            <a:ext cx="2468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Product Configuration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400507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DB-write→API→FE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3960" y="400507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C · none (independent)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89118"/>
            <a:ext cx="50292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07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" y="4389118"/>
            <a:ext cx="310896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View Version History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4389118"/>
            <a:ext cx="246888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Product Configuration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4389118"/>
            <a:ext cx="219456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API+FE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4389118"/>
            <a:ext cx="2743200" cy="38404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C · after 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773166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08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" y="4773166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Employment-status eligibility — CANDIDATE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60520" y="4773166"/>
            <a:ext cx="2468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Case Detail (rule 4)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9400" y="477316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rule engine ext.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23960" y="477316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B · after 01–07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736B"/>
                </a:solidFill>
                <a:latin typeface="Calibri"/>
              </a:rPr>
              <a:t>Every specification slide ends with the same per-use-case Definition of Done. The dependency graph, parallel tracks and state diagrams live in the main requirements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1">
                <a:solidFill>
                  <a:srgbClr val="86DFC6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Process Application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Specification · story, contract, acceptance criteria · [API→DB] · Track B — none (foundation)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00 of 08 · Process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302B"/>
                </a:solidFill>
                <a:latin typeface="Calibri"/>
              </a:rPr>
              <a:t>As the orchestrator I need every execute request acknowledged immediately and recorded durably, so the journey can advance and every other use case has a row to work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4846320" cy="1645920"/>
          </a:xfrm>
          <a:prstGeom prst="roundRect">
            <a:avLst>
              <a:gd name="adj" fmla="val 4500"/>
            </a:avLst>
          </a:prstGeom>
          <a:solidFill>
            <a:srgbClr val="173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POST /api/v1/verification/execute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{ applicationId, correlationId,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command: "verify-application",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application: { … }, outputs: { … } }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→ 202 Accepted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{ "status": "in-progress",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"applicationId": "app-1234",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"command": "verify-application"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4223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79976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Deciding anything (that is the engine use case, which runs off-thread AFTER this row exists); the callback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BUILD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38344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Partially implemented by the template — the 202-then-callback controller is given. Your work: the durable VerificationRecord row, idempotency by applicationId, and the async hand-off. EVERY other use case depends on this one: no row, no review, no queue, no override, no report.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076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4535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Slice test: 202 shape + row inserted before the ack returns; repeated /execute → one row; malformed envelope → 400 and nothing stored.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72768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AC1  </a:t>
            </a:r>
            <a:r>
              <a:rPr sz="1200">
                <a:solidFill>
                  <a:srgbClr val="22302B"/>
                </a:solidFill>
                <a:latin typeface="Calibri"/>
              </a:rPr>
              <a:t>POST /api/v1/verification/execute with a valid envelope → 202 Accepted immediately — no rule or provider work happens on the request thread; body carries status "in-progress", the applicationId and the command.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AC2  </a:t>
            </a:r>
            <a:r>
              <a:rPr sz="1200">
                <a:solidFill>
                  <a:srgbClr val="22302B"/>
                </a:solidFill>
                <a:latin typeface="Calibri"/>
              </a:rPr>
              <a:t>Before the 202 is sent, exactly ONE VerificationRecord row exists, keyed by applicationId, in an in-progress state — a crash right after the ack loses nothing.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AC3  </a:t>
            </a:r>
            <a:r>
              <a:rPr sz="1200">
                <a:solidFill>
                  <a:srgbClr val="22302B"/>
                </a:solidFill>
                <a:latin typeface="Calibri"/>
              </a:rPr>
              <a:t>Only the applicationId is persisted from the envelope — zero payload columns; the application object is handed to the off-thread worker, never stored.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AC4  </a:t>
            </a:r>
            <a:r>
              <a:rPr sz="1200">
                <a:solidFill>
                  <a:srgbClr val="22302B"/>
                </a:solidFill>
                <a:latin typeface="Calibri"/>
              </a:rPr>
              <a:t>Repeated /execute for the same applicationId → 202 again, still one row, no re-processing; once decided, the callback replays the stored outcome.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AC5  </a:t>
            </a:r>
            <a:r>
              <a:rPr sz="1200">
                <a:solidFill>
                  <a:srgbClr val="22302B"/>
                </a:solidFill>
                <a:latin typeface="Calibri"/>
              </a:rPr>
              <a:t>A malformed envelope (missing applicationId or command) → 400 with a JSON error body, and nothing is stored.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AC6  </a:t>
            </a:r>
            <a:r>
              <a:rPr sz="1200">
                <a:solidFill>
                  <a:srgbClr val="22302B"/>
                </a:solidFill>
                <a:latin typeface="Calibri"/>
              </a:rPr>
              <a:t>The off-thread decision starts only after the row is committed — everything in this module triggers from this row.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AC7  </a:t>
            </a:r>
            <a:r>
              <a:rPr sz="1200">
                <a:solidFill>
                  <a:srgbClr val="22302B"/>
                </a:solidFill>
                <a:latin typeface="Calibri"/>
              </a:rPr>
              <a:t>The new row is immediately visible to the search and case endpoints as an in-progress case.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42432"/>
            <a:ext cx="5852160" cy="658368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36576" wrap="square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E736B"/>
                </a:solidFill>
                <a:latin typeface="Calibri"/>
              </a:rPr>
              <a:t>DEFINITION OF DONE — THIS USE CASE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All ACs verified against the running app · ./mvnw test green · teammate-reviewed PR merged to main · fresh clone builds green · endpoint idempotent + in the OpenAPI (Swagger) spec · demoable from the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1">
                <a:solidFill>
                  <a:srgbClr val="86DFC6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Process Application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Sequence Diagram + Data Changes · one INSERT + 202 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00 · Process Application</a:t>
            </a:r>
          </a:p>
        </p:txBody>
      </p:sp>
      <p:pic>
        <p:nvPicPr>
          <p:cNvPr id="8" name="Picture 7" descr="uc-00-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23370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25880"/>
            <a:ext cx="3246120" cy="466344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EXPECTED DATA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INSERT one VerificationRecord row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keyed by applicationId — the ONLY applicant data ever stored.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The row starts in-progress; every later use case UPDATEs or reads this same row.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Idempotency = the unique key on applicationId; the trigger point = the commit.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0819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E736B"/>
                </a:solidFill>
                <a:latin typeface="Calibri"/>
              </a:rPr>
              <a:t>The ack never waits for a decision — the row is the hand-off point between the request thread and the worker that does the real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1">
                <a:solidFill>
                  <a:srgbClr val="86DFC6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Process Application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The Application entity — every field that arrives in the API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00 · the whole Application arrives in the envelope; fields this module reads are marked ● · payload NEVER stored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017520" cy="310896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1920240" cy="310896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71600"/>
            <a:ext cx="6629400" cy="310896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applicationId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6824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app-1234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6824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journey key — every record this module stores is keyed by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396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1396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MOBILE_APP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1396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where the application was made: WEB · MOBILE_APP · BRANCH · AGGREGATOR — input to rule 3 (channel eligibility)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968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submittedAt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5968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2026-07-21T21:40:00Z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5968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when the customer submitted — timestamps always UTC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540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applicant.fullName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0540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Maria Nowak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0540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sweep: non-blank; downstream modules match watchlists on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112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applicant.dateOfBirth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5112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1996-04-11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5112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sweep: real past date · rule 1: age vs ProductConfig.minAge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684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applicant.email / mobile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9684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maria@…  +4477…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9684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sweep: format check (email-shaped, E.164-ish) — contact for agreement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256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applicant.nationality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44256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PL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44256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ISO 3166-1 alpha-2 — module 3 cross-checks the identity document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828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applicant.countryOfResidence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48828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GB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48828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sweep: valid ISO code — module 4 uses it for jurisdiction risk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400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applicant.taxResidencies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53400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["GB"]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53400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at least one — module 2's tax-residency policy reads 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972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applicant.currentAddress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57972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42 Hanbury St, E1 5JP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57972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sweep: present and complete — module 8 posts the card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1">
                <a:solidFill>
                  <a:srgbClr val="86DFC6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Process Application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The Application entity — every field that arrives in the API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00 · the whole Application arrives in the envelope; fields this module reads are marked ● · payload NEVER stored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017520" cy="310896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1920240" cy="310896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71600"/>
            <a:ext cx="6629400" cy="310896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identityDocument.*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6824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PASSPORT · ZS1234567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6824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type, id, issuingCountry, expiryDate — module 3 sends it to the identity provider; sweep checks presence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396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employment.status / employerName /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1396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PERMANENT · 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1396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module 5's affordability inputs — sweep checks presence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968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finances.annualIncome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5968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34000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5968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integer GBP per year — module 5 decides the limit from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540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finances.monthlyHousingCost / existingCreditCommitments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0540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1000 · 180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0540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monthly outgoings — module 5's DTI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112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product.productCode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5112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CREDIT_CARD_REWARDS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5112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must exist in ProductConfig · rule 2: product still active · rule 3: sold via this channel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684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product.requestedCreditLimit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9684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3000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9684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sweep: inside the product's limitMin–limitMax · exactly at max →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256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delivery.useCurrentAddress / address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44256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true · null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44256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module 8 posts the card — address only when useCurrentAddress=false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828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302B"/>
                </a:solidFill>
                <a:latin typeface="Calibri"/>
              </a:rPr>
              <a:t>● consents.termsAccepted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48828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true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48828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sweep: false → FAILED (VER_TERMS_NOT_ACCEPTED) — module 6 re-reads it as its consent 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40096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consents.paperless / marketingConsent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53400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true · false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5340096"/>
            <a:ext cx="6629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statement + marketing preferences — candidate rules elsewhere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97296"/>
            <a:ext cx="301752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outputs  (v5 · Option 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5797296"/>
            <a:ext cx="192024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{ 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5797296"/>
            <a:ext cx="6629400" cy="457200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step results accumulated by the orchestrator as the saga advances — approvedLimit/APR after step 5, agreementId after 6, accountId after 7. EMPTY at step 1: this module never reads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459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E736B"/>
                </a:solidFill>
                <a:latin typeface="Calibri"/>
              </a:rPr>
              <a:t>Ground rules: unknown fields are ignored on the way in and never emitted on the way out · countries ISO alpha-2 uppercase · dates YYYY-MM-DD · money = integer GBP · optional = null, never "" or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Search Cases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Specification · story, contract, acceptance criteria · [DB→API→FE] · Track A — after 00 — the rows it lists come from intake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01 of 08 · Search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302B"/>
                </a:solidFill>
                <a:latin typeface="Calibri"/>
              </a:rPr>
              <a:t>As a bank employee I want to find a verification case by application id or applicant name — without this module ever storing applicant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4846320" cy="1280160"/>
          </a:xfrm>
          <a:prstGeom prst="roundRect">
            <a:avLst>
              <a:gd name="adj" fmla="val 4500"/>
            </a:avLst>
          </a:prstGeom>
          <a:solidFill>
            <a:srgbClr val="173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GET /cases?q={id-or-name}&amp;limit=10 →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[{"applicationId":"app-1234",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"submittedAt":"2026-07-21T21:40:00Z",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"outcome":"PASSED","reasonCount":1}, …]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// applicantName is NOT in the row —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// the UI hydrates ≤10 rows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14216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Pagination beyond the 10-row cap (refine the search instead); free browsing of the whole 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BUILD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72584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v5 payload rule: no applicant columns exist, so name search resolves ids via the orchestrator (GET /applications?name= — a v5 contract addition) and id search hits the local table. The board hydrates the applicant-name column live, one GET per visible row, 10 max.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418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7959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Web-slice test: empty default, 10-row cap, id search local, name search via mocked orchestrator client, empty [] case.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72768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AC1  </a:t>
            </a:r>
            <a:r>
              <a:rPr sz="1200">
                <a:solidFill>
                  <a:srgbClr val="22302B"/>
                </a:solidFill>
                <a:latin typeface="Calibri"/>
              </a:rPr>
              <a:t>The Verification Board is EMPTY by default — no query, no rows fetched, a hint invites a search.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AC2  </a:t>
            </a:r>
            <a:r>
              <a:rPr sz="1200">
                <a:solidFill>
                  <a:srgbClr val="22302B"/>
                </a:solidFill>
                <a:latin typeface="Calibri"/>
              </a:rPr>
              <a:t>GET /cases?q=… → 200 + at most 10 matches, newest first; an 11th match means the response flags "more — refine your search".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AC3  </a:t>
            </a:r>
            <a:r>
              <a:rPr sz="1200">
                <a:solidFill>
                  <a:srgbClr val="22302B"/>
                </a:solidFill>
                <a:latin typeface="Calibri"/>
              </a:rPr>
              <a:t>Search by applicationId works entirely from the local table; search by name resolves ids through the orchestrator first — nothing about the applicant is ever persisted.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AC4  </a:t>
            </a:r>
            <a:r>
              <a:rPr sz="1200">
                <a:solidFill>
                  <a:srgbClr val="22302B"/>
                </a:solidFill>
                <a:latin typeface="Calibri"/>
              </a:rPr>
              <a:t>The applicant-name column hydrates live via the module's application-fetch GET — at most 10 calls per render, cached per page view.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AC5  </a:t>
            </a:r>
            <a:r>
              <a:rPr sz="1200">
                <a:solidFill>
                  <a:srgbClr val="22302B"/>
                </a:solidFill>
                <a:latin typeface="Calibri"/>
              </a:rPr>
              <a:t>Searching "Maria" shows her case with outcome = "PASSED".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AC6  </a:t>
            </a:r>
            <a:r>
              <a:rPr sz="1200">
                <a:solidFill>
                  <a:srgbClr val="22302B"/>
                </a:solidFill>
                <a:latin typeface="Calibri"/>
              </a:rPr>
              <a:t>No matches → [] and HTTP 200 (never a 500); orchestrator down → rows render with ids, names show a retryable "—".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42432"/>
            <a:ext cx="5852160" cy="658368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36576" wrap="square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E736B"/>
                </a:solidFill>
                <a:latin typeface="Calibri"/>
              </a:rPr>
              <a:t>DEFINITION OF DONE — THIS USE CASE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All ACs verified against the running app · ./mvnw test green · teammate-reviewed PR merged to main · fresh clone builds green · endpoint idempotent + in the OpenAPI (Swagger) spec · demoable from the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Search Cases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Sequence Diagram + Data Changes · read-only · zero payload stored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01 · Search Cases</a:t>
            </a:r>
          </a:p>
        </p:txBody>
      </p:sp>
      <p:pic>
        <p:nvPicPr>
          <p:cNvPr id="8" name="Picture 7" descr="uc-01-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21063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25880"/>
            <a:ext cx="3246120" cy="466344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EXPECTED DATA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No rows change, and no applicant data ever lands in MySQL.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The schema has no name column to search.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Name → ids via the orchestrator; ids → local records; names on screen via ≤10 live hydration calls.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Empty by default + LIMIT 10 is what keeps the hydration bill bounded — never 100s of requests.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Review Case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Specification · story, contract, acceptance criteria · [API+FE (engine: DB)] · Track B — after 00 + 06 — the engine decides against ProductConfig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02 of 08 · Review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302B"/>
                </a:solidFill>
                <a:latin typeface="Calibri"/>
              </a:rPr>
              <a:t>As a bank employee I want to open a case and see its outcome and full rule breakdown, so I understand exactly why it decided what it decided.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4846320" cy="1280160"/>
          </a:xfrm>
          <a:prstGeom prst="roundRect">
            <a:avLst>
              <a:gd name="adj" fmla="val 4500"/>
            </a:avLst>
          </a:prstGeom>
          <a:solidFill>
            <a:srgbClr val="173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GET /cases/{applicationId} →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{"outcome":"FAILED","reference":"ver-000123",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"productConfigVersion":3,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"ruleResults":[{"ruleName":"age",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 "passed":false,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 "reasonCodes":["VER_AGE_BELOW_MINIMUM"]},…]}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14216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Editing a case (records are immutable — override is UC 05); the /execute wiring itself (template gives it).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BUILD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72584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The engine is plain functions over the application object — build and unit-test it before any Spring wiring. Precedence: any hard failure → FAILED, unless a boundary flag is present → REVIEW wins. No failures, no flags → PASSED.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58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9671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Engine: table-driven unit tests per rule + precedence; slice test for the 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72768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AC1  </a:t>
            </a:r>
            <a:r>
              <a:rPr sz="1200">
                <a:solidFill>
                  <a:srgbClr val="22302B"/>
                </a:solidFill>
                <a:latin typeface="Calibri"/>
              </a:rPr>
              <a:t>GET /cases/{applicationId} → 200 + outcome, reference, productConfigVersion, ruleResults[] (4 sections: wellFormedness, age, productActive, channel — each passed + reasonCodes[]).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AC2  </a:t>
            </a:r>
            <a:r>
              <a:rPr sz="1200">
                <a:solidFill>
                  <a:srgbClr val="22302B"/>
                </a:solidFill>
                <a:latin typeface="Calibri"/>
              </a:rPr>
              <a:t>Maria Nowak (app-1234) → PASSED, all four sections passed, reasons = [VER_ALL_CHECKS_PASSED].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AC3  </a:t>
            </a:r>
            <a:r>
              <a:rPr sz="1200">
                <a:solidFill>
                  <a:srgbClr val="22302B"/>
                </a:solidFill>
                <a:latin typeface="Calibri"/>
              </a:rPr>
              <a:t>Priya Raman, 17, STUDENT card → FAILED with VER_AGE_BELOW_MINIMUM on the age section.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AC4  </a:t>
            </a:r>
            <a:r>
              <a:rPr sz="1200">
                <a:solidFill>
                  <a:srgbClr val="22302B"/>
                </a:solidFill>
                <a:latin typeface="Calibri"/>
              </a:rPr>
              <a:t>Tom Bright's incomplete form → EVERY missing/malformed field its own VER_MISSING_FIELD/VER_INVALID_FIELD reason with a field dot-path — never just the first.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AC5  </a:t>
            </a:r>
            <a:r>
              <a:rPr sz="1200">
                <a:solidFill>
                  <a:srgbClr val="22302B"/>
                </a:solidFill>
                <a:latin typeface="Calibri"/>
              </a:rPr>
              <a:t>Age exactly at minAge → REVIEW (VER_AGE_EXACT_MINIMUM); boundary REVIEW outranks a simultaneous hard failure.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AC6  </a:t>
            </a:r>
            <a:r>
              <a:rPr sz="1200">
                <a:solidFill>
                  <a:srgbClr val="22302B"/>
                </a:solidFill>
                <a:latin typeface="Calibri"/>
              </a:rPr>
              <a:t>Repeated /execute for the same applicationId → still one row, rules NOT re-run, callback replays the stored outcome.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AC7  </a:t>
            </a:r>
            <a:r>
              <a:rPr sz="1200">
                <a:solidFill>
                  <a:srgbClr val="22302B"/>
                </a:solidFill>
                <a:latin typeface="Calibri"/>
              </a:rPr>
              <a:t>Unknown applicationId → 404 with a JSON error body (never a 500).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42432"/>
            <a:ext cx="5852160" cy="658368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36576" wrap="square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E736B"/>
                </a:solidFill>
                <a:latin typeface="Calibri"/>
              </a:rPr>
              <a:t>DEFINITION OF DONE — THIS USE CASE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All ACs verified against the running app · ./mvnw test green · teammate-reviewed PR merged to main · fresh clone builds green · endpoint idempotent + in the OpenAPI (Swagger) spec · demoable from the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Review Case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Sequence Diagram + Data Changes · read-only (row written earlier)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02 · Review Case</a:t>
            </a:r>
          </a:p>
        </p:txBody>
      </p:sp>
      <p:pic>
        <p:nvPicPr>
          <p:cNvPr id="8" name="Picture 7" descr="uc-02-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217659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25880"/>
            <a:ext cx="3246120" cy="466344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EXPECTED DATA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This GET changes nothing.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The row it reads was written once, off-thread, by /execute.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On /execute: INSERT verification_record (outcome, ruleResults JSON, productConfigVersion pinned).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Unique key on application_id is what makes the idempotency AC provable.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0819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E736B"/>
                </a:solidFill>
                <a:latin typeface="Calibri"/>
              </a:rPr>
              <a:t>The engine runs at /execute time, not at read time — reviewing a case replays stored results, it never re-decides.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View Applicant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Specification · story, contract, acceptance criteria · [API+FE] · Track D — screen shell from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03 of 08 · View Applicant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302B"/>
                </a:solidFill>
                <a:latin typeface="Calibri"/>
              </a:rPr>
              <a:t>As a bank employee I want to see who a case is about without leaving the record — and without this module ever copying applicant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4846320" cy="914400"/>
          </a:xfrm>
          <a:prstGeom prst="roundRect">
            <a:avLst>
              <a:gd name="adj" fmla="val 4500"/>
            </a:avLst>
          </a:prstGeom>
          <a:solidFill>
            <a:srgbClr val="173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GET /cases/{id}/applicant →  (proxy)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GET {orchestratorUrl}/api/v1/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      applications/{applicationId}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→ { …whole Application object…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107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48456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Caching applicant data; storing any applicant field in this module's schema (forbidden by the contract).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BUILD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06824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THE standard application-fetch GET every module ships (v5 platform rule) — the same proxy hydrates the board's name column (UC 01). It goes to the orchestrator only, server-side, so the browser needs no CORS exception.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932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3095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Service test with a mocked orchestrator client: happy path + orchestrator down → sidebar error, case still renders.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72768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AC1  </a:t>
            </a:r>
            <a:r>
              <a:rPr sz="1200">
                <a:solidFill>
                  <a:srgbClr val="22302B"/>
                </a:solidFill>
                <a:latin typeface="Calibri"/>
              </a:rPr>
              <a:t>The Case Detail sidebar renders fullName, dateOfBirth, product.productCode, product.requestedCreditLimit, channel, countryOfResidence and consents.termsAccepted — fetched live.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AC2  </a:t>
            </a:r>
            <a:r>
              <a:rPr sz="1200">
                <a:solidFill>
                  <a:srgbClr val="22302B"/>
                </a:solidFill>
                <a:latin typeface="Calibri"/>
              </a:rPr>
              <a:t>For app-1234 the sidebar shows Maria Nowak · CREDIT_CARD_REWARDS · £3,000 · MOBILE_APP.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AC3  </a:t>
            </a:r>
            <a:r>
              <a:rPr sz="1200">
                <a:solidFill>
                  <a:srgbClr val="22302B"/>
                </a:solidFill>
                <a:latin typeface="Calibri"/>
              </a:rPr>
              <a:t>Nothing from the response is persisted — restart the module, the sidebar still works, the schema still holds zero applicant columns.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AC4  </a:t>
            </a:r>
            <a:r>
              <a:rPr sz="1200">
                <a:solidFill>
                  <a:srgbClr val="22302B"/>
                </a:solidFill>
                <a:latin typeface="Calibri"/>
              </a:rPr>
              <a:t>Orchestrator unreachable → the sidebar shows a retryable error state; the case detail itself still renders from local data.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AC5  </a:t>
            </a:r>
            <a:r>
              <a:rPr sz="1200">
                <a:solidFill>
                  <a:srgbClr val="22302B"/>
                </a:solidFill>
                <a:latin typeface="Calibri"/>
              </a:rPr>
              <a:t>The proxy passes applicationId through untouched — no id mapping tables.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42432"/>
            <a:ext cx="5852160" cy="658368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36576" wrap="square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E736B"/>
                </a:solidFill>
                <a:latin typeface="Calibri"/>
              </a:rPr>
              <a:t>DEFINITION OF DONE — THIS USE CASE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All ACs verified against the running app · ./mvnw test green · teammate-reviewed PR merged to main · fresh clone builds green · endpoint idempotent + in the OpenAPI (Swagger) spec · demoable from the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View Applicant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Sequence Diagram + Data Changes · none —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03 · View Applicant</a:t>
            </a:r>
          </a:p>
        </p:txBody>
      </p:sp>
      <p:pic>
        <p:nvPicPr>
          <p:cNvPr id="8" name="Picture 7" descr="uc-03-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21565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25880"/>
            <a:ext cx="3246120" cy="466344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EXPECTED DATA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Zero writes, zero copies.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The whole point: one copy of the truth, owned by the orchestrator.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MySQL is not even touched on this path.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If the orchestrator is down the module stays healthy — only the sidebar degrades.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View Failure Patterns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Specification · story, contract, acceptance criteria · [API+FE] · Track A — after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04 of 08 · View Failure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302B"/>
                </a:solidFill>
                <a:latin typeface="Calibri"/>
              </a:rPr>
              <a:t>As a bank employee I want to see which checks fail most often so I can tell if a rule is too strict — or a form is broken.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31136"/>
            <a:ext cx="4846320" cy="1097280"/>
          </a:xfrm>
          <a:prstGeom prst="roundRect">
            <a:avLst>
              <a:gd name="adj" fmla="val 4500"/>
            </a:avLst>
          </a:prstGeom>
          <a:solidFill>
            <a:srgbClr val="173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GET /reason-codes?from&amp;to →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[{"code":"VER_MISSING_FIELD","count":5,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"kind":"failure"},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{"code":"VER_AGE_EXACT_MINIMUM",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"count":2,"kind":"review"}, …]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Time-series drill-down; export; anything beyond ranked counts for a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599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BUILD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One aggregation query over the embedded ruleResults JSON (or unnest in the service layer) — counts per reason code within the submittedAt window, ranked descending.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0118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3892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Service test on a fixed fixture: counts, ranking, empty window.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72768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AC1  </a:t>
            </a:r>
            <a:r>
              <a:rPr sz="1200">
                <a:solidFill>
                  <a:srgbClr val="22302B"/>
                </a:solidFill>
                <a:latin typeface="Calibri"/>
              </a:rPr>
              <a:t>GET /reason-codes?from&amp;to → 200 + counts per reason code over that range, ranked descending.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AC2  </a:t>
            </a:r>
            <a:r>
              <a:rPr sz="1200">
                <a:solidFill>
                  <a:srgbClr val="22302B"/>
                </a:solidFill>
                <a:latin typeface="Calibri"/>
              </a:rPr>
              <a:t>Failure codes and review-flag codes are counted separately — the response marks each code's kind.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AC3  </a:t>
            </a:r>
            <a:r>
              <a:rPr sz="1200">
                <a:solidFill>
                  <a:srgbClr val="22302B"/>
                </a:solidFill>
                <a:latin typeface="Calibri"/>
              </a:rPr>
              <a:t>Over the seed fixture window 2026-07-01 → 07-14 the top code is VER_MISSING_FIELD with 5.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AC4  </a:t>
            </a:r>
            <a:r>
              <a:rPr sz="1200">
                <a:solidFill>
                  <a:srgbClr val="22302B"/>
                </a:solidFill>
                <a:latin typeface="Calibri"/>
              </a:rPr>
              <a:t>An empty window → 200 + [] (never a 500).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AC5  </a:t>
            </a:r>
            <a:r>
              <a:rPr sz="1200">
                <a:solidFill>
                  <a:srgbClr val="22302B"/>
                </a:solidFill>
                <a:latin typeface="Calibri"/>
              </a:rPr>
              <a:t>The Failure Patterns screen renders the ranked bar chart plus the counts table, with working from/to pickers.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42432"/>
            <a:ext cx="5852160" cy="658368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36576" wrap="square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E736B"/>
                </a:solidFill>
                <a:latin typeface="Calibri"/>
              </a:rPr>
              <a:t>DEFINITION OF DONE — THIS USE CASE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All ACs verified against the running app · ./mvnw test green · teammate-reviewed PR merged to main · fresh clone builds green · endpoint idempotent + in the OpenAPI (Swagger) spec · demoable from the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View Failure Patterns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Sequence Diagram + Data Changes · read-only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04 · View Failure Patterns</a:t>
            </a:r>
          </a:p>
        </p:txBody>
      </p:sp>
      <p:pic>
        <p:nvPicPr>
          <p:cNvPr id="8" name="Picture 7" descr="uc-04-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19559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25880"/>
            <a:ext cx="3246120" cy="466344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EXPECTED DATA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No rows change.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Aggregates over verification_record only.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Counting happens per reason entry, not per case — one case can contribute three VER_MISSING_FIELD entries.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kind = failure | review is derived from the code, not stored.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Override Case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Specification · story, contract, acceptance criteria · [DB-write→API→FE] · Track B — after 02 is wired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05 of 08 · Override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302B"/>
                </a:solidFill>
                <a:latin typeface="Calibri"/>
              </a:rPr>
              <a:t>As a bank employee I want to override a failed or flagged case with a reason, when the automatic decision is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31136"/>
            <a:ext cx="4846320" cy="1097280"/>
          </a:xfrm>
          <a:prstGeom prst="roundRect">
            <a:avLst>
              <a:gd name="adj" fmla="val 4500"/>
            </a:avLst>
          </a:prstGeom>
          <a:solidFill>
            <a:srgbClr val="173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POST /cases/{id}/override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{"newOutcome":"PASSED",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"reason":"DOB typo — applicant is 19",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"operator":"b.dimovski"}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→ 200 + updated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Deleting or editing any other field of the record; overriding a case that does not exist (404).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599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BUILD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The ONE permitted mutation of a VerificationRecord. Writes the shared override_log and re-notifies the orchestrator with callback status local-manual, so a parked journey resumes.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0118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3892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Slice test: happy path, missing reason → 400, unknown id → 404; service test asserts the callback fires once.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72768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AC1  </a:t>
            </a:r>
            <a:r>
              <a:rPr sz="1200">
                <a:solidFill>
                  <a:srgbClr val="22302B"/>
                </a:solidFill>
                <a:latin typeface="Calibri"/>
              </a:rPr>
              <a:t>POST /cases/{id}/override {newOutcome, reason, operator} → 200; the case's outcome updates immediately.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AC2  </a:t>
            </a:r>
            <a:r>
              <a:rPr sz="1200">
                <a:solidFill>
                  <a:srgbClr val="22302B"/>
                </a:solidFill>
                <a:latin typeface="Calibri"/>
              </a:rPr>
              <a:t>reason and operator are mandatory → 400 without either; newOutcome must be PASSED, FAILED or REVIEW.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AC3  </a:t>
            </a:r>
            <a:r>
              <a:rPr sz="1200">
                <a:solidFill>
                  <a:srgbClr val="22302B"/>
                </a:solidFill>
                <a:latin typeface="Calibri"/>
              </a:rPr>
              <a:t>An override_log row is written: applicationId, old outcome, new outcome, reason, operator, timestamp.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AC4  </a:t>
            </a:r>
            <a:r>
              <a:rPr sz="1200">
                <a:solidFill>
                  <a:srgbClr val="22302B"/>
                </a:solidFill>
                <a:latin typeface="Calibri"/>
              </a:rPr>
              <a:t>The module POSTs a fresh callback with status local-manual and the new outcome — a journey parked on REVIEW resumes.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AC5  </a:t>
            </a:r>
            <a:r>
              <a:rPr sz="1200">
                <a:solidFill>
                  <a:srgbClr val="22302B"/>
                </a:solidFill>
                <a:latin typeface="Calibri"/>
              </a:rPr>
              <a:t>Overriding Priya's FAILED case to PASSED shows the new outcome on the board, and the override in the case history.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AC6  </a:t>
            </a:r>
            <a:r>
              <a:rPr sz="1200">
                <a:solidFill>
                  <a:srgbClr val="22302B"/>
                </a:solidFill>
                <a:latin typeface="Calibri"/>
              </a:rPr>
              <a:t>The original ruleResults stay untouched — the record shows what the machine decided AND what the human decided.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42432"/>
            <a:ext cx="5852160" cy="658368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36576" wrap="square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E736B"/>
                </a:solidFill>
                <a:latin typeface="Calibri"/>
              </a:rPr>
              <a:t>DEFINITION OF DONE — THIS USE CASE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All ACs verified against the running app · ./mvnw test green · teammate-reviewed PR merged to main · fresh clone builds green · endpoint idempotent + in the OpenAPI (Swagger) spec · demoable from the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Override Case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Sequence Diagram + Data Changes · two writes + one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05 · Override Case</a:t>
            </a:r>
          </a:p>
        </p:txBody>
      </p:sp>
      <p:pic>
        <p:nvPicPr>
          <p:cNvPr id="8" name="Picture 7" descr="uc-05-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17753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25880"/>
            <a:ext cx="3246120" cy="466344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EXPECTED DATA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UPDATE verification_record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SET outcome = 'PASSED' — the only field that may ever change.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INSERT override_log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(old, new, reason, operator, at).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Callback status local-manual tells the orchestrator a human decided — the journey resumes.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ruleResults JSON untouched: machine view preserved forever.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Create Product Version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Specification · story, contract, acceptance criteria · [DB-write→API→FE] · Track C — none (independent)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06 of 08 · Create Product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302B"/>
                </a:solidFill>
                <a:latin typeface="Calibri"/>
              </a:rPr>
              <a:t>As a product manager I want to add a product, or change its rules, without a deploy — policy ships as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31136"/>
            <a:ext cx="4846320" cy="1280160"/>
          </a:xfrm>
          <a:prstGeom prst="roundRect">
            <a:avLst>
              <a:gd name="adj" fmla="val 4500"/>
            </a:avLst>
          </a:prstGeom>
          <a:solidFill>
            <a:srgbClr val="173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POST /products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{"productCode":"CREDIT_CARD_REWARDS",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"minAge":18,"limitMin":500,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"limitMax":10000,"active":true,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"channels":["WEB","MOBILE_APP","BRANCH"]}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→ 201 + {version: 4}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84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2219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Deleting or editing an existing version (insert-only); per-channel limit ranges.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4281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BUILD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current = MAX(version) per productCode — no is_current flag to keep in sync. Validation: limitMin &lt; limitMax, minAge ≥ 18, channels non-empty, known channel values 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8406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2180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Repository test: version increments per code; validation 400s; engine picks up the new current version on the next /execute.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72768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AC1  </a:t>
            </a:r>
            <a:r>
              <a:rPr sz="1200">
                <a:solidFill>
                  <a:srgbClr val="22302B"/>
                </a:solidFill>
                <a:latin typeface="Calibri"/>
              </a:rPr>
              <a:t>POST /products {productCode, minAge, limitMin, limitMax, active, channels[]} → 201; a NEW version row is inserted — never an update.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AC2  </a:t>
            </a:r>
            <a:r>
              <a:rPr sz="1200">
                <a:solidFill>
                  <a:srgbClr val="22302B"/>
                </a:solidFill>
                <a:latin typeface="Calibri"/>
              </a:rPr>
              <a:t>Version numbers increment per productCode, starting at the seeded versions.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AC3  </a:t>
            </a:r>
            <a:r>
              <a:rPr sz="1200">
                <a:solidFill>
                  <a:srgbClr val="22302B"/>
                </a:solidFill>
                <a:latin typeface="Calibri"/>
              </a:rPr>
              <a:t>Seed data: the 3 catalogue products exist on first boot with the api-contract thresholds.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AC4  </a:t>
            </a:r>
            <a:r>
              <a:rPr sz="1200">
                <a:solidFill>
                  <a:srgbClr val="22302B"/>
                </a:solidFill>
                <a:latin typeface="Calibri"/>
              </a:rPr>
              <a:t>Invalid payload (limitMin ≥ limitMax, empty channels, unknown channel) → 400 with field-level errors.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AC5  </a:t>
            </a:r>
            <a:r>
              <a:rPr sz="1200">
                <a:solidFill>
                  <a:srgbClr val="22302B"/>
                </a:solidFill>
                <a:latin typeface="Calibri"/>
              </a:rPr>
              <a:t>The next /execute for that product decides with the new version; cases decided earlier still show the version they used.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AC6  </a:t>
            </a:r>
            <a:r>
              <a:rPr sz="1200">
                <a:solidFill>
                  <a:srgbClr val="22302B"/>
                </a:solidFill>
                <a:latin typeface="Calibri"/>
              </a:rPr>
              <a:t>Setting active=false makes the very next /execute for that product FAIL with VER_PRODUCT_INACTIVE — demo-able live.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42432"/>
            <a:ext cx="5852160" cy="658368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36576" wrap="square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E736B"/>
                </a:solidFill>
                <a:latin typeface="Calibri"/>
              </a:rPr>
              <a:t>DEFINITION OF DONE — THIS USE CASE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All ACs verified against the running app · ./mvnw test green · teammate-reviewed PR merged to main · fresh clone builds green · endpoint idempotent + in the OpenAPI (Swagger) spec · demoable from the UI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Create Product Version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Sequence Diagram + Data Changes · insert-only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06 · Create Product Version</a:t>
            </a:r>
          </a:p>
        </p:txBody>
      </p:sp>
      <p:pic>
        <p:nvPicPr>
          <p:cNvPr id="8" name="Picture 7" descr="uc-06-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22267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25880"/>
            <a:ext cx="3246120" cy="466344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EXPECTED DATA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INSERT product_config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row with version = MAX + 1.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Never UPDATE, never DELETE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— history is the audit trail.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Existing verification_record rows are untouched — their pinned productConfigVersion keeps old decisions explainable.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View Version History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Specification · story, contract, acceptance criteria · [API+FE] · Track C — after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07 of 08 · View Version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302B"/>
                </a:solidFill>
                <a:latin typeface="Calibri"/>
              </a:rPr>
              <a:t>As a bank employee I want to see every past version of a product's rules so I can explain an old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31136"/>
            <a:ext cx="4846320" cy="914400"/>
          </a:xfrm>
          <a:prstGeom prst="roundRect">
            <a:avLst>
              <a:gd name="adj" fmla="val 4500"/>
            </a:avLst>
          </a:prstGeom>
          <a:solidFill>
            <a:srgbClr val="173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91440" wrap="square"/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GET /products/{code}/versions →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[{"version":1,"minAge":21,…,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 "effectiveFrom":"2026-07-01T…"},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D8EAE2"/>
                </a:solidFill>
                <a:latin typeface="Consolas"/>
              </a:rPr>
              <a:t> …oldest first, current last…]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186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5643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Diffing versions in the UI; restoring an old version (create a new one instead).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7705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BUILD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Plain read over product_config ordered by version; mark the current (MAX) row so the UI can badge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3542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Repository test: ordering, unknown code → 404.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572768"/>
            <a:ext cx="5852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AC1  </a:t>
            </a:r>
            <a:r>
              <a:rPr sz="1200">
                <a:solidFill>
                  <a:srgbClr val="22302B"/>
                </a:solidFill>
                <a:latin typeface="Calibri"/>
              </a:rPr>
              <a:t>GET /products/{code}/versions → 200 + every version, oldest first, each {version, minAge, limitMin, limitMax, active, channels, effectiveFrom}.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AC2  </a:t>
            </a:r>
            <a:r>
              <a:rPr sz="1200">
                <a:solidFill>
                  <a:srgbClr val="22302B"/>
                </a:solidFill>
                <a:latin typeface="Calibri"/>
              </a:rPr>
              <a:t>The current version is flagged in the response.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AC3  </a:t>
            </a:r>
            <a:r>
              <a:rPr sz="1200">
                <a:solidFill>
                  <a:srgbClr val="22302B"/>
                </a:solidFill>
                <a:latin typeface="Calibri"/>
              </a:rPr>
              <a:t>Unknown productCode → 404.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AC4  </a:t>
            </a:r>
            <a:r>
              <a:rPr sz="1200">
                <a:solidFill>
                  <a:srgbClr val="22302B"/>
                </a:solidFill>
                <a:latin typeface="Calibri"/>
              </a:rPr>
              <a:t>After UC 06's demo insert, CREDIT_CARD_REWARDS shows v1…v4 with v4 current.</a:t>
            </a:r>
            <a:r>
              <a:rPr sz="1200" b="1" i="1">
                <a:solidFill>
                  <a:srgbClr val="B7791F"/>
                </a:solidFill>
                <a:latin typeface="Calibri"/>
              </a:rPr>
              <a:t>   ← checkpoint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1">
                <a:solidFill>
                  <a:srgbClr val="2EA98D"/>
                </a:solidFill>
                <a:latin typeface="Calibri"/>
              </a:rPr>
              <a:t>AC5  </a:t>
            </a:r>
            <a:r>
              <a:rPr sz="1200">
                <a:solidFill>
                  <a:srgbClr val="22302B"/>
                </a:solidFill>
                <a:latin typeface="Calibri"/>
              </a:rPr>
              <a:t>The Product Configuration screen shows the history beside the product list — selecting a product loads its versions.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5742432"/>
            <a:ext cx="5852160" cy="658368"/>
          </a:xfrm>
          <a:prstGeom prst="roundRect">
            <a:avLst>
              <a:gd name="adj" fmla="val 6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36576" wrap="square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E736B"/>
                </a:solidFill>
                <a:latin typeface="Calibri"/>
              </a:rPr>
              <a:t>DEFINITION OF DONE — THIS USE CASE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All ACs verified against the running app · ./mvnw test green · teammate-reviewed PR merged to main · fresh clone builds green · endpoint idempotent + in the OpenAPI (Swagger) spec · demoable from the UI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View Version History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Sequence Diagram + Data Changes · read-only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use case 07 · View Version History</a:t>
            </a:r>
          </a:p>
        </p:txBody>
      </p:sp>
      <p:pic>
        <p:nvPicPr>
          <p:cNvPr id="8" name="Picture 7" descr="uc-07-sequ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863840" cy="20060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25880"/>
            <a:ext cx="3246120" cy="466344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7791F"/>
                </a:solidFill>
                <a:latin typeface="Calibri"/>
              </a:rPr>
              <a:t>EXPECTED DATA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8308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2302B"/>
                </a:solidFill>
                <a:latin typeface="Calibri"/>
              </a:rPr>
              <a:t>No rows change.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 Reads product_config only.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Current = MAX(version) — computed, not stored.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00">
                <a:solidFill>
                  <a:srgbClr val="22302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302B"/>
                </a:solidFill>
                <a:latin typeface="Calibri"/>
              </a:rPr>
              <a:t>Pairs with UC 02: a case's pinned version deep-links here to show the thresholds that decided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875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94A9A1"/>
                </a:solidFill>
                <a:latin typeface="Calibri"/>
              </a:rPr>
              <a:t>MODULE 1 · USE CASES   </a:t>
            </a:r>
            <a:r>
              <a:rPr sz="1000" b="0">
                <a:solidFill>
                  <a:srgbClr val="7E938B"/>
                </a:solidFill>
                <a:latin typeface="Calibri"/>
              </a:rPr>
              <a:t>00 Intake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01 Search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02 Review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03 Applicant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04 Patterns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05 Override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06 Product Ver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0">
                <a:solidFill>
                  <a:srgbClr val="7E938B"/>
                </a:solidFill>
                <a:latin typeface="Calibri"/>
              </a:rPr>
              <a:t>07 History</a:t>
            </a:r>
            <a:r>
              <a:rPr sz="1000">
                <a:solidFill>
                  <a:srgbClr val="5A6E66"/>
                </a:solidFill>
                <a:latin typeface="Calibri"/>
              </a:rPr>
              <a:t>  ·  </a:t>
            </a:r>
            <a:r>
              <a:rPr sz="1000" b="1">
                <a:solidFill>
                  <a:srgbClr val="86DFC6"/>
                </a:solidFill>
                <a:latin typeface="Calibri"/>
              </a:rPr>
              <a:t>08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Use Case 08 ·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DECE5"/>
                </a:solidFill>
                <a:latin typeface="Calibri"/>
              </a:rPr>
              <a:t>Employment-status eligibility</a:t>
            </a:r>
            <a:r>
              <a:rPr sz="1250" b="0" i="1">
                <a:solidFill>
                  <a:srgbClr val="A5BDB4"/>
                </a:solidFill>
                <a:latin typeface="Calibri"/>
              </a:rPr>
              <a:t>   —   What it adds + Acceptance Criteria · after 01–07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candidate rule from business-rules-v2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302B"/>
                </a:solidFill>
                <a:latin typeface="Calibri"/>
              </a:rPr>
              <a:t>Some products are only for some employment situations: a STUDENT card requires employment.status = STUDENT. A categorical offer-eligibility filter — distinct from module 5, which uses employment data for affordability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WHAT IT ADDS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200">
                <a:solidFill>
                  <a:srgbClr val="22302B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302B"/>
                </a:solidFill>
                <a:latin typeface="Calibri"/>
              </a:rPr>
              <a:t>ProductConfig gains allowedEmploymentStatuses (nullable — null means no restriction).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200">
                <a:solidFill>
                  <a:srgbClr val="22302B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302B"/>
                </a:solidFill>
                <a:latin typeface="Calibri"/>
              </a:rPr>
              <a:t>The engine gains rule 4; ruleResults gains a 5th section when the product carries a restriction.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200">
                <a:solidFill>
                  <a:srgbClr val="22302B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302B"/>
                </a:solidFill>
                <a:latin typeface="Calibri"/>
              </a:rPr>
              <a:t>New reason code VER_EMPLOYMENT_STATUS_NOT_ELIGIBLE — a v5 contract addition, instructor applies it.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200">
                <a:solidFill>
                  <a:srgbClr val="22302B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302B"/>
                </a:solidFill>
                <a:latin typeface="Calibri"/>
              </a:rPr>
              <a:t>Seed change: CREDIT_CARD_STUDENT restricts to [STUDENT]; the other two products stay unrestricted.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ACCEPTANCE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53492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7791F"/>
                </a:solidFill>
                <a:latin typeface="Calibri"/>
              </a:rPr>
              <a:t>AC1  </a:t>
            </a:r>
            <a:r>
              <a:rPr sz="1250">
                <a:solidFill>
                  <a:srgbClr val="22302B"/>
                </a:solidFill>
                <a:latin typeface="Calibri"/>
              </a:rPr>
              <a:t>A STUDENT-card application with employment.status=STUDENT passes rule 4.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7791F"/>
                </a:solidFill>
                <a:latin typeface="Calibri"/>
              </a:rPr>
              <a:t>AC2  </a:t>
            </a:r>
            <a:r>
              <a:rPr sz="1250">
                <a:solidFill>
                  <a:srgbClr val="22302B"/>
                </a:solidFill>
                <a:latin typeface="Calibri"/>
              </a:rPr>
              <a:t>The same application with status=PERMANENT → FAILED + VER_EMPLOYMENT_STATUS_NOT_ELIGIBLE.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7791F"/>
                </a:solidFill>
                <a:latin typeface="Calibri"/>
              </a:rPr>
              <a:t>AC3  </a:t>
            </a:r>
            <a:r>
              <a:rPr sz="1250">
                <a:solidFill>
                  <a:srgbClr val="22302B"/>
                </a:solidFill>
                <a:latin typeface="Calibri"/>
              </a:rPr>
              <a:t>Products with allowedEmploymentStatuses = null are unaffected — all seven UC 01–07 ACs still pass unchanged.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7791F"/>
                </a:solidFill>
                <a:latin typeface="Calibri"/>
              </a:rPr>
              <a:t>AC4  </a:t>
            </a:r>
            <a:r>
              <a:rPr sz="1250">
                <a:solidFill>
                  <a:srgbClr val="22302B"/>
                </a:solidFill>
                <a:latin typeface="Calibri"/>
              </a:rPr>
              <a:t>The restriction is versioned config: a new ProductConfig version can add or drop it without a deploy, and old cases keep their pinned version.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B7791F"/>
                </a:solidFill>
                <a:latin typeface="Calibri"/>
              </a:rPr>
              <a:t>AC5  </a:t>
            </a:r>
            <a:r>
              <a:rPr sz="1250">
                <a:solidFill>
                  <a:srgbClr val="22302B"/>
                </a:solidFill>
                <a:latin typeface="Calibri"/>
              </a:rPr>
              <a:t>The Case Detail screen renders the extra rule card only when the decision includes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4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7667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736B"/>
                </a:solidFill>
                <a:latin typeface="Calibri"/>
              </a:rPr>
              <a:t>WHY THIS ONE   </a:t>
            </a:r>
            <a:r>
              <a:rPr sz="1200" b="0" i="0">
                <a:solidFill>
                  <a:srgbClr val="22302B"/>
                </a:solidFill>
                <a:latin typeface="Calibri"/>
              </a:rPr>
              <a:t>Cheapest candidate on the module's list: no new entity, no new mock, one config field + one engine branch — and it demos well (flip the STUDENT restriction live). The other Candidate rules for module 1 stay unadopted in v5.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